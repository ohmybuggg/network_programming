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312" r:id="rId3"/>
    <p:sldId id="280" r:id="rId4"/>
    <p:sldId id="281" r:id="rId5"/>
    <p:sldId id="282" r:id="rId6"/>
    <p:sldId id="274" r:id="rId7"/>
    <p:sldId id="28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9" autoAdjust="0"/>
    <p:restoredTop sz="88979" autoAdjust="0"/>
  </p:normalViewPr>
  <p:slideViewPr>
    <p:cSldViewPr snapToGrid="0">
      <p:cViewPr varScale="1">
        <p:scale>
          <a:sx n="66" d="100"/>
          <a:sy n="66" d="100"/>
        </p:scale>
        <p:origin x="135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820D-53B2-4F4E-9714-C1F129FCEF65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34599-405D-4552-9AE9-1A55DC07C5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28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958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1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28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39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32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88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3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79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921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97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01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61736-91A9-41D7-9690-BD0864C7DFF8}" type="datetimeFigureOut">
              <a:rPr lang="zh-TW" altLang="en-US" smtClean="0"/>
              <a:t>2019/9/17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44875-1CB3-4418-9E35-2858C5E157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563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3new.nctu.edu.tw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Homework</a:t>
            </a:r>
            <a:r>
              <a:rPr lang="zh-TW" altLang="en-US" dirty="0" smtClean="0"/>
              <a:t>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String processing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495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83112"/>
            <a:ext cx="10515600" cy="469385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Warm-up mini program (10%)</a:t>
            </a:r>
          </a:p>
          <a:p>
            <a:r>
              <a:rPr lang="en-US" altLang="zh-TW" dirty="0"/>
              <a:t>Due date </a:t>
            </a:r>
            <a:r>
              <a:rPr lang="en-US" altLang="zh-TW" b="1" dirty="0"/>
              <a:t>10/7 23:59</a:t>
            </a:r>
          </a:p>
          <a:p>
            <a:pPr lvl="1"/>
            <a:r>
              <a:rPr lang="en-US" altLang="zh-TW" dirty="0"/>
              <a:t>if you can’t submit it on time, your score will *0.75 for one day.</a:t>
            </a:r>
          </a:p>
          <a:p>
            <a:r>
              <a:rPr lang="en-US" altLang="zh-TW" dirty="0"/>
              <a:t>In this mini program, you will write a program (C or C++) with three commands:</a:t>
            </a:r>
          </a:p>
          <a:p>
            <a:pPr marL="981075" lvl="1" indent="-258763">
              <a:buFont typeface="+mj-lt"/>
              <a:buAutoNum type="arabicPeriod"/>
            </a:pPr>
            <a:r>
              <a:rPr lang="en-US" altLang="zh-TW" dirty="0"/>
              <a:t>Reverse the string that you type.</a:t>
            </a:r>
          </a:p>
          <a:p>
            <a:pPr marL="981075" lvl="1" indent="-258763">
              <a:buFont typeface="+mj-lt"/>
              <a:buAutoNum type="arabicPeriod"/>
            </a:pPr>
            <a:r>
              <a:rPr lang="en-US" altLang="zh-TW" dirty="0"/>
              <a:t>Split the string with specific character. </a:t>
            </a:r>
          </a:p>
          <a:p>
            <a:pPr marL="981075" lvl="1" indent="-258763">
              <a:buFont typeface="+mj-lt"/>
              <a:buAutoNum type="arabicPeriod"/>
            </a:pPr>
            <a:r>
              <a:rPr lang="en-US" altLang="zh-TW" dirty="0"/>
              <a:t>Terminate itself by the command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 smtClean="0"/>
              <a:t>There should be only one source file named </a:t>
            </a:r>
            <a:r>
              <a:rPr lang="en-US" altLang="zh-TW" b="1" dirty="0" err="1" smtClean="0"/>
              <a:t>main.c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 smtClean="0"/>
              <a:t>You </a:t>
            </a:r>
            <a:r>
              <a:rPr lang="en-US" altLang="zh-TW" dirty="0"/>
              <a:t>have to submit your code to</a:t>
            </a:r>
            <a:r>
              <a:rPr lang="zh-TW" altLang="en-US" dirty="0"/>
              <a:t> </a:t>
            </a:r>
            <a:r>
              <a:rPr lang="en-US" altLang="zh-TW" dirty="0"/>
              <a:t>new </a:t>
            </a:r>
            <a:r>
              <a:rPr lang="en-US" altLang="zh-TW" b="1" dirty="0"/>
              <a:t>e3</a:t>
            </a:r>
            <a:r>
              <a:rPr lang="en-US" altLang="zh-TW" dirty="0"/>
              <a:t> system, compress your code with </a:t>
            </a:r>
            <a:r>
              <a:rPr lang="en-US" altLang="zh-TW" b="1" dirty="0"/>
              <a:t>zip</a:t>
            </a:r>
            <a:r>
              <a:rPr lang="en-US" altLang="zh-TW" dirty="0"/>
              <a:t> file, and renamed as your </a:t>
            </a:r>
            <a:r>
              <a:rPr lang="en-US" altLang="zh-TW" b="1" dirty="0"/>
              <a:t>student ID</a:t>
            </a:r>
            <a:r>
              <a:rPr lang="en-US" altLang="zh-TW" dirty="0"/>
              <a:t> (e.g. 0256521.zip). </a:t>
            </a:r>
            <a:r>
              <a:rPr lang="en-US" altLang="zh-TW" dirty="0">
                <a:hlinkClick r:id="rId2"/>
              </a:rPr>
              <a:t>https://e3new.nctu.edu.tw/</a:t>
            </a:r>
            <a:endParaRPr lang="en-US" altLang="zh-TW" dirty="0"/>
          </a:p>
          <a:p>
            <a:r>
              <a:rPr lang="en-US" altLang="zh-TW" dirty="0"/>
              <a:t>If you have any questions, please email </a:t>
            </a:r>
            <a:r>
              <a:rPr lang="en-US" altLang="zh-TW" dirty="0" err="1"/>
              <a:t>TAs.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8718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 - </a:t>
            </a:r>
            <a:r>
              <a:rPr lang="en-US" altLang="zh-TW" dirty="0" err="1"/>
              <a:t>strtok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14" y="2540419"/>
            <a:ext cx="5071686" cy="31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778" y="2557967"/>
            <a:ext cx="4875713" cy="1259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871914" y="1415087"/>
            <a:ext cx="633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char * </a:t>
            </a:r>
            <a:r>
              <a:rPr lang="en-US" altLang="zh-TW" sz="2400" dirty="0" err="1"/>
              <a:t>strtok</a:t>
            </a:r>
            <a:r>
              <a:rPr lang="en-US" altLang="zh-TW" sz="2400" dirty="0"/>
              <a:t> ( char * </a:t>
            </a:r>
            <a:r>
              <a:rPr lang="en-US" altLang="zh-TW" sz="2400" dirty="0" err="1"/>
              <a:t>str</a:t>
            </a:r>
            <a:r>
              <a:rPr lang="en-US" altLang="zh-TW" sz="2400" dirty="0"/>
              <a:t>, </a:t>
            </a:r>
            <a:r>
              <a:rPr lang="en-US" altLang="zh-TW" sz="2400" dirty="0" err="1"/>
              <a:t>const</a:t>
            </a:r>
            <a:r>
              <a:rPr lang="en-US" altLang="zh-TW" sz="2400" dirty="0"/>
              <a:t> char * delimiters );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717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 - </a:t>
            </a:r>
            <a:r>
              <a:rPr lang="en-US" altLang="zh-TW" dirty="0" err="1"/>
              <a:t>strcmp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2576012"/>
            <a:ext cx="4772025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486" y="2576012"/>
            <a:ext cx="5062803" cy="10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871914" y="1415087"/>
            <a:ext cx="618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/>
              <a:t>int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strcmp</a:t>
            </a:r>
            <a:r>
              <a:rPr lang="en-US" altLang="zh-TW" sz="2400" dirty="0"/>
              <a:t> ( </a:t>
            </a:r>
            <a:r>
              <a:rPr lang="en-US" altLang="zh-TW" sz="2400" dirty="0" err="1"/>
              <a:t>const</a:t>
            </a:r>
            <a:r>
              <a:rPr lang="en-US" altLang="zh-TW" sz="2400" dirty="0"/>
              <a:t> char * str1, </a:t>
            </a:r>
            <a:r>
              <a:rPr lang="en-US" altLang="zh-TW" sz="2400" dirty="0" err="1"/>
              <a:t>const</a:t>
            </a:r>
            <a:r>
              <a:rPr lang="en-US" altLang="zh-TW" sz="2400" dirty="0"/>
              <a:t> char * str2 );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4086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 - </a:t>
            </a:r>
            <a:r>
              <a:rPr lang="en-US" altLang="zh-TW" dirty="0" err="1"/>
              <a:t>strcpy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55" y="2552699"/>
            <a:ext cx="5097302" cy="204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997" y="2517605"/>
            <a:ext cx="5223141" cy="105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871914" y="1415087"/>
            <a:ext cx="7051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TW" sz="2400" dirty="0"/>
              <a:t>char * strcpy ( char * destination, const char * source );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974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DEMO</a:t>
            </a:r>
            <a:endParaRPr lang="zh-TW" altLang="en-US" dirty="0"/>
          </a:p>
        </p:txBody>
      </p:sp>
      <p:pic>
        <p:nvPicPr>
          <p:cNvPr id="13" name="圖片 12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09" y="3209088"/>
            <a:ext cx="2686425" cy="1209844"/>
          </a:xfrm>
          <a:prstGeom prst="rect">
            <a:avLst/>
          </a:prstGeom>
        </p:spPr>
      </p:pic>
      <p:pic>
        <p:nvPicPr>
          <p:cNvPr id="22" name="內容版面配置區 21" descr="畫面剪輯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212" y="2023060"/>
            <a:ext cx="9011908" cy="35819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61BDD5F-658A-44B7-BA2A-C66861A65425}"/>
              </a:ext>
            </a:extLst>
          </p:cNvPr>
          <p:cNvSpPr txBox="1"/>
          <p:nvPr/>
        </p:nvSpPr>
        <p:spPr>
          <a:xfrm>
            <a:off x="952523" y="4454305"/>
            <a:ext cx="1566249" cy="371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 text file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688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 &amp; A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1264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4413</TotalTime>
  <Words>185</Words>
  <Application>Microsoft Office PowerPoint</Application>
  <PresentationFormat>寬螢幕</PresentationFormat>
  <Paragraphs>28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Office 佈景主題</vt:lpstr>
      <vt:lpstr>Homework 0</vt:lpstr>
      <vt:lpstr>Overview</vt:lpstr>
      <vt:lpstr>String - strtok</vt:lpstr>
      <vt:lpstr>String - strcmp</vt:lpstr>
      <vt:lpstr>String - strcpy</vt:lpstr>
      <vt:lpstr>DEMO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Liunx</dc:title>
  <dc:creator>amy780911</dc:creator>
  <cp:lastModifiedBy>jeff</cp:lastModifiedBy>
  <cp:revision>139</cp:revision>
  <dcterms:created xsi:type="dcterms:W3CDTF">2013-09-14T06:56:01Z</dcterms:created>
  <dcterms:modified xsi:type="dcterms:W3CDTF">2019-09-17T02:19:42Z</dcterms:modified>
</cp:coreProperties>
</file>